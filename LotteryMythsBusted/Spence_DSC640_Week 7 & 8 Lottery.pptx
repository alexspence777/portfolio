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9BCF-AE8C-34BF-C31D-83294755D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0018B-53A9-5115-43B6-48891157E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6D2F3-7C16-BAB0-857F-C9247F50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AA394-7C41-6E44-9198-B9B03706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7213B-0AA0-C8B1-FC41-8F7B93F8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1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0B8A-F64E-60B1-19A0-DF76BCB4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BDBAF-F46A-C584-9605-1B3C517BB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8E73E-46C6-D92E-680F-3258C53F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82DEA-1512-F214-025A-F752CB77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90562-5A91-9080-2CAA-F6E5B77A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9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EA33-30D8-2A00-316E-7A14C101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94E7A-8437-44E0-E26A-561BA173F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5208F-2749-F6B8-7888-E27A1DEC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581DD-ADCD-FDBF-DEF2-9E87E4EB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B5E0F-BAF7-6CF3-53F3-0E404677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84D7-199E-61AF-2F31-9B8B8C94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FE95-FDBE-D308-D22B-A7E404736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45589-3F92-F09D-1484-785AAC31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BE026-33E3-A8A1-71EE-BB11B849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150EE-1A90-0298-961E-F6A92235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CFB51-5D61-7985-5675-7F04B5A5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1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3B4E-CBD7-31C7-225C-8B1CD5E0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A9690-C655-8AA4-E5B1-4D08170B1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97E8E-8A54-1C6A-2D99-7C979B02F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D5A31-C21D-5087-799D-2EA8D0DF2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AFFE8-44B6-A40F-B7F4-6572B25FD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21C9A-C736-A2BC-4767-026231EA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E1457-FA4E-5A09-F3B7-E4727739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28D83-5955-3F92-5E23-422DB2AC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7E57-7798-4FB5-AB28-89C899F4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E550B-3032-766E-1EE3-22CB2104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5D359-C533-214D-A08E-2241B46E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57F6B-9107-53C8-9DC1-6464026B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5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161F8-D77B-100A-9850-50AECBF3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81227C-5D80-3D14-D01D-ACE3FB46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E164F-1F08-A116-5903-8DC08245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6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0696-DCBE-930B-4999-A499931F0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1A395-5911-A98E-91C0-BF1619C3C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CAFF2-9C55-64FB-2A23-A4614D036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6FBB4-04F7-5E4D-DB2D-BE753D1F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1130-9F05-AB8E-1068-A60E9B0C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2BB7A-94F0-656E-5A36-C70AB169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AF26-363E-04C0-2DB2-CACEC976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9F088-1301-F15A-B149-AC1E9647A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1D809-CE76-310B-66C4-E13CCBEF0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293B0-D24C-6AF0-39E2-A81719F5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311A2-41F0-BCF5-93A3-51EDE720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A9CF4-A3D7-7124-AB5F-55ABFD91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87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94E8-0F13-9716-93E7-45E73079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C5096-C0A6-3992-4F43-64EA3FBA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F524F-5C5A-FCA6-E0B2-FD777AC7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493BA-BDAF-1BBF-F4C6-1CE10537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15241-ECDF-2ADC-B3AD-9C4D5492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5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03B5A-5148-205C-81EC-FFF165305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7F5E-A29F-6C76-C9A1-9ED660962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564AF-7554-141C-5192-968F21D2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036D3-BC02-25CB-B685-FE761473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B200-9E43-4DE8-314F-6DC1782D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9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F25F72-D099-06BB-D01B-72275556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9FF30-6014-8F61-1792-BB03A8D61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59FCC-4D9E-26AE-73BE-371AE7D5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9AF38-D446-4ED5-B4B7-3C4245520BB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E22A6-BB38-EF48-1AE7-7FD4F6F9E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C57BB-183D-A991-6815-9B7AE18EA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FA5D9-59B6-4018-81A7-65905BC2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9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A579-5415-BBDB-06DD-0300D22E5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Lottery Myths Busted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7EC6E-4593-D2A9-C1D7-779E1431C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Truth about winning numbers</a:t>
            </a:r>
          </a:p>
          <a:p>
            <a:endParaRPr lang="en-US" dirty="0"/>
          </a:p>
          <a:p>
            <a:r>
              <a:rPr lang="en-US" dirty="0"/>
              <a:t>Alex Spence</a:t>
            </a:r>
          </a:p>
          <a:p>
            <a:r>
              <a:rPr lang="en-US" dirty="0"/>
              <a:t>DSC 640 Week 7 &amp; 8</a:t>
            </a:r>
          </a:p>
        </p:txBody>
      </p:sp>
    </p:spTree>
    <p:extLst>
      <p:ext uri="{BB962C8B-B14F-4D97-AF65-F5344CB8AC3E}">
        <p14:creationId xmlns:p14="http://schemas.microsoft.com/office/powerpoint/2010/main" val="349456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C5EC-1C60-7D89-29DA-4805DB06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Powerball Frequency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6B62B-994A-1A5C-9876-05036CBC3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Numbers are random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133A4-6B3F-F529-93C3-AE128C8E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44" y="2779776"/>
            <a:ext cx="8632435" cy="353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0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A4FD-6AB0-37B7-2885-3564635E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Mega Millions Density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DE3A6-2398-52F1-789D-34E5A2EB5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Reinforce randomness across lotteries.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A66A4-ED46-1D4C-FDD2-67BDDD9FC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85416"/>
            <a:ext cx="11430000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9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4B57-698F-3C8F-4BFA-C9A091CD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Pick 10 Scatter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84E65-2749-A1C8-6908-332435CB8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Highlight lack of patterns over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6278B-159A-A623-8BA4-AA89362CE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6" y="2279904"/>
            <a:ext cx="11430000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4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64B5-6526-5B97-7E5B-274C5779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Powerball Bubble Chart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C7BD8-246A-18D1-1A38-F74E1E084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Visually show frequency equality.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36052-74D5-B2E5-0F19-F78AEAC83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481" y="2348548"/>
            <a:ext cx="6457950" cy="365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41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BF9B-A94A-5B5A-18DF-FFFFE862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Lottery Small Multiples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8258-4FFB-2022-5719-D43566CF6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Compare randomness across balls.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9F649-A260-B570-A4BC-FDDF47C5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8" y="2292096"/>
            <a:ext cx="11315700" cy="478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4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6D90-29CB-4666-155C-5803C645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Average Mega Millions Number Over 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EF9B-F607-0222-24CE-3D1DA02B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D6FCD-06D6-AB1A-32CF-298F85C2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291431"/>
            <a:ext cx="110871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164F-10C6-94FA-D7D3-DD424BA4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Call to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B219A-1F8B-1770-D46E-A3BE259C3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Play for fun, not fortune. Donate winnings to charity or save—visit gamblinghelp.org for tips!</a:t>
            </a:r>
          </a:p>
        </p:txBody>
      </p:sp>
    </p:spTree>
    <p:extLst>
      <p:ext uri="{BB962C8B-B14F-4D97-AF65-F5344CB8AC3E}">
        <p14:creationId xmlns:p14="http://schemas.microsoft.com/office/powerpoint/2010/main" val="410798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14679</TotalTime>
  <Words>88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Lottery Myths Busted</vt:lpstr>
      <vt:lpstr>Powerball Frequency</vt:lpstr>
      <vt:lpstr>Mega Millions Density</vt:lpstr>
      <vt:lpstr>Pick 10 Scatter</vt:lpstr>
      <vt:lpstr>Powerball Bubble Chart</vt:lpstr>
      <vt:lpstr>Lottery Small Multiples</vt:lpstr>
      <vt:lpstr>Average Mega Millions Number Over Time</vt:lpstr>
      <vt:lpstr>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spence</dc:creator>
  <cp:lastModifiedBy>alex spence</cp:lastModifiedBy>
  <cp:revision>2</cp:revision>
  <dcterms:created xsi:type="dcterms:W3CDTF">2025-10-16T19:05:44Z</dcterms:created>
  <dcterms:modified xsi:type="dcterms:W3CDTF">2025-10-26T23:45:38Z</dcterms:modified>
</cp:coreProperties>
</file>