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3454-EFFA-BF95-AE60-FDF44E24C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C7387-93F6-24BE-5FB3-F6AF2571D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C4DDA-8761-E1A2-5802-180B2A79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A49B5-E7E8-C1D7-940A-66448CBCB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DF126-5722-9015-5F50-1BC2E34E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13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EECBD-461E-331A-A458-0C15E7DF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2442B-D3BB-2096-4F6E-CECDEFE93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799FC-75FD-541C-F916-167EC287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272DE-CC37-C628-6C31-63256FD4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B7631-7AC7-4CB4-370A-14B17747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0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DB08-E368-4001-D520-43F77DAB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7DFA1-2552-7BE8-5E95-60031B00C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04261-01EE-5B37-65BA-AC08BDF4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E0337-381E-5ADD-651D-3CAB94B1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67616-6C76-9B0A-03BD-9CE2B898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2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5D05-3559-C21D-A4AB-FD8C69E6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4CE31-065B-C279-710F-78FFFC815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16554-4B43-8A15-5D51-95C4551D5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FBFED-EB65-B58B-2E56-395C5E17E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195EC-3F8A-7DF5-5B74-BADCC716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0187B-4924-FD94-210D-7BC24FAE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7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8A7F-345C-D079-8453-AAD054769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ED781-321B-2895-611E-B27F2FEF7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E3533-7953-8C04-488E-E6CA49379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577A2-35A1-AD73-21CC-D8965CD57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D4F4F-7069-9126-F317-9048B0375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F101A-372F-430E-3DD9-8AFDA7D9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EA387-513B-23D7-FA76-43C4E03B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DA7C2-70D3-7007-2226-9727DBB6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2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3769-87C9-B1F0-A9EA-81C478E4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AFE8D-C9D6-77F3-2E00-F779FBE4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EEF49-910D-DF18-F29A-C98F42678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59BD3-4D02-DD73-BDE4-7756BE777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7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A8488-1515-51DE-6D23-73DD2B14B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9B52A-84C9-1F22-E2D2-5EECFC4F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C8B17-465B-8373-76AB-90A39A90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71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C7DA-A98E-ACB3-BE74-BAB4CE7E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D9CCE-0966-736F-3C02-BC65D6187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63059-FA12-551B-B1CF-9881B9D29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6F3CD-DAEF-0271-181B-9410D872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88936-0E93-5021-EAE6-9FC1492B2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8D1BB-5EE1-864B-3A17-24229265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2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88BB-0C27-AF7B-A4B0-4AA7C52D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9EFBA-E189-4231-9F41-A8AA5D4CC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1A771-FF73-0CB9-1FF7-8846B1C06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45745-382E-84E4-9D70-B39B23733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71220-D08F-D2EC-AEE9-54EAD6BE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D5D3D-7278-D25E-988B-1D5C7258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8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47E2C-7CA8-0422-C7C6-0CD6EC590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18D39-B111-B8B5-3762-95859DEAC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40C60-8A81-5ED9-0EEC-3AD6BD11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D13B5-4160-DC61-2C57-317554FA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A7005-DEA7-1B3F-772B-9BDA3F47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4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AB110-ED2C-F8A6-D2C7-D442FB8E4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F67BD-CD61-2EAC-923D-D697E9116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37BE6-CBE9-43E1-C1CC-D90192A6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C6ECA-EEFB-7A8B-8DC3-71F89DDE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D9684-306F-EC71-E313-40DD029D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9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1AE5ED-B600-93FD-B75C-67DF4A66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24221-8EC3-7424-22D0-D350A29C9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42308-9828-2D6D-7C9C-1F136B784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7502C-5333-49BB-AEE3-36FE41B7868F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FE054-F8B9-A51A-3CC7-C9FB7FBA4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F951E-8744-7F85-1A54-C261611F9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A8065C-377F-4F28-8924-188460203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6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65A8-3E78-08BD-6663-DC8910477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0861"/>
            <a:ext cx="9144000" cy="2989102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Kia/Hyundai Theft Wave: Is Your Car Next?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934CC-8BAC-21B0-3BC7-0539B38F87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 Spence</a:t>
            </a:r>
          </a:p>
          <a:p>
            <a:r>
              <a:rPr lang="en-US" dirty="0"/>
              <a:t>DSC 640 Week 5-6 Assignment</a:t>
            </a:r>
          </a:p>
        </p:txBody>
      </p:sp>
    </p:spTree>
    <p:extLst>
      <p:ext uri="{BB962C8B-B14F-4D97-AF65-F5344CB8AC3E}">
        <p14:creationId xmlns:p14="http://schemas.microsoft.com/office/powerpoint/2010/main" val="1191987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999C-AC37-4437-DC8C-12C1788F9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National Theft Surge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98F8E-4EB3-C225-8FA9-3267513A2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Kia/Hyundai thefts surged nationally, reaching up to 70% of total thefts in some cities (2019-2022 data)</a:t>
            </a:r>
          </a:p>
        </p:txBody>
      </p:sp>
      <p:pic>
        <p:nvPicPr>
          <p:cNvPr id="7" name="Picture 6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302D08CF-B2EC-53FB-5062-426A4F940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977" y="2941312"/>
            <a:ext cx="5370583" cy="365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4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24D2-36A0-BB7A-2B72-BF9F54B7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Milwaukee Deep Dive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1F0AA-9DCB-6E92-B0D2-8F3B4444C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Thefts in Milwaukee jumped from 5% to over 60% (2019-2022 data)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F3E1C09C-F0AF-5B50-F0DF-7168E2271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228" y="2512179"/>
            <a:ext cx="6400813" cy="388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7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064BF-C593-2DCE-34DE-71A7F16C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City Comparisons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2EB39-2B0F-19FB-34F4-BA3670E99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Hotspots like Seattle (31%) vs. Atlanta (10%) in 2022 (2019-2022 data)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rainbow colored circle with a black background&#10;&#10;AI-generated content may be incorrect.">
            <a:extLst>
              <a:ext uri="{FF2B5EF4-FFF2-40B4-BE49-F238E27FC236}">
                <a16:creationId xmlns:a16="http://schemas.microsoft.com/office/drawing/2014/main" id="{B701239C-BC59-22A4-9774-4F7496B60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2314952"/>
            <a:ext cx="64008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05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BD67-D313-6E64-2EA0-32ABBF88F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Geographic Impact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276C3-88DC-037E-1FF9-FF0564CAC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Seattle +211%, Milwaukee +195% (2019-2022 data)</a:t>
            </a:r>
          </a:p>
        </p:txBody>
      </p:sp>
      <p:pic>
        <p:nvPicPr>
          <p:cNvPr id="5" name="Picture 4" descr="A colorful circle with different colored circles&#10;&#10;AI-generated content may be incorrect.">
            <a:extLst>
              <a:ext uri="{FF2B5EF4-FFF2-40B4-BE49-F238E27FC236}">
                <a16:creationId xmlns:a16="http://schemas.microsoft.com/office/drawing/2014/main" id="{505374D9-49A0-B872-97FC-4115B8BD3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601" y="2289039"/>
            <a:ext cx="6400813" cy="456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9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AC7A-2286-771E-7D16-E98A8D23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Thefts By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14154-129E-6806-E692-BBF0954A1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7513"/>
          </a:xfrm>
        </p:spPr>
        <p:txBody>
          <a:bodyPr/>
          <a:lstStyle/>
          <a:p>
            <a:r>
              <a:rPr lang="en-US" dirty="0">
                <a:effectLst/>
              </a:rPr>
              <a:t>Chicago has been the top theft city in 2022</a:t>
            </a:r>
          </a:p>
        </p:txBody>
      </p:sp>
      <p:pic>
        <p:nvPicPr>
          <p:cNvPr id="7" name="Picture 6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DE8D40B1-2316-75E8-82B9-26DFC17EC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13" y="2241800"/>
            <a:ext cx="64008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8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AC7D-7E7D-B2B8-E295-B97E17F5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Overall Risk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77C60-424C-3948-EEAE-466915221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Average Kia/Hyundai theft percentage rose sharply (2019-2022 data)</a:t>
            </a:r>
          </a:p>
        </p:txBody>
      </p:sp>
      <p:pic>
        <p:nvPicPr>
          <p:cNvPr id="5" name="Picture 4" descr="A grid of white lines on a black background&#10;&#10;AI-generated content may be incorrect.">
            <a:extLst>
              <a:ext uri="{FF2B5EF4-FFF2-40B4-BE49-F238E27FC236}">
                <a16:creationId xmlns:a16="http://schemas.microsoft.com/office/drawing/2014/main" id="{B5EC5D28-BF97-482C-C981-5F765031D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249" y="2468426"/>
            <a:ext cx="6400813" cy="402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9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F5B7-2EAA-201D-2F27-9D1B9D72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Call to 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1627-F46D-F89C-FB01-6D407CF54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/>
              </a:rPr>
              <a:t>If you own a 2011-2022 Kia/Hyundai, get the free anti-theft software update at your dealer today! Visit kia.com/anti-theft or hyundai.com/update to schedule and protect your vehicle!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072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167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Kia/Hyundai Theft Wave: Is Your Car Next? </vt:lpstr>
      <vt:lpstr>National Theft Surge</vt:lpstr>
      <vt:lpstr>Milwaukee Deep Dive </vt:lpstr>
      <vt:lpstr>City Comparisons </vt:lpstr>
      <vt:lpstr>Geographic Impact </vt:lpstr>
      <vt:lpstr>Thefts By City</vt:lpstr>
      <vt:lpstr>Overall Risk</vt:lpstr>
      <vt:lpstr>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spence</dc:creator>
  <cp:lastModifiedBy>alex spence</cp:lastModifiedBy>
  <cp:revision>1</cp:revision>
  <dcterms:created xsi:type="dcterms:W3CDTF">2025-10-10T19:42:35Z</dcterms:created>
  <dcterms:modified xsi:type="dcterms:W3CDTF">2025-10-10T20:14:55Z</dcterms:modified>
</cp:coreProperties>
</file>