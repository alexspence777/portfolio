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7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5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56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0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7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4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6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4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0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6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5255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64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9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64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31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4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09FA2-866B-43BF-8457-B787FBE9241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A7931-CDB3-4E58-8FE6-381615BE5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60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5EEC-FEA9-4261-9D1E-5CAC12EF4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Cost of Childcare: A Policy Crisis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C41F6-ABFD-5723-A90E-F6FC56B70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73971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Alex Spence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DSC 640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9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0C4E-816B-51D4-283C-E88CE4D4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DEE88-390E-B43F-9CBD-A5A3A94C9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62400" cy="435133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Mean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MCInfant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(Median Center Based Childcare =$145.70/week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MFCCInfant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(Median Family Based Childcare=$113.39/week (2008–2018).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a childcare cost&#10;&#10;AI-generated content may be incorrect.">
            <a:extLst>
              <a:ext uri="{FF2B5EF4-FFF2-40B4-BE49-F238E27FC236}">
                <a16:creationId xmlns:a16="http://schemas.microsoft.com/office/drawing/2014/main" id="{C446D214-75AF-4E65-A00F-968182FBB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435" y="1457641"/>
            <a:ext cx="6488992" cy="45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1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F332-321A-33D5-CE0C-98388292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Economic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CFA7-1FF5-7359-3441-4EE76D734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13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Showing top 10 states for clarity – but trend is consistent across all states where the high cost is deterring women from the workforce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 descr="A graph with many colored dots&#10;&#10;AI-generated content may be incorrect.">
            <a:extLst>
              <a:ext uri="{FF2B5EF4-FFF2-40B4-BE49-F238E27FC236}">
                <a16:creationId xmlns:a16="http://schemas.microsoft.com/office/drawing/2014/main" id="{F4EAEA74-A92C-2245-C575-780981D24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296" y="1402226"/>
            <a:ext cx="5370132" cy="354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5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AE82-34A8-0A61-4C49-D8E34204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Regional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2A34E-1CCD-05A9-8BF5-0219883B5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38600" cy="435133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Top 10 states by population – you see cost as a % of Median Household Income range from 10% to 26%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Costs crept up 5%-10% across state over the past decade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6D31C7E-AFB1-F5DF-4441-DED8044C0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485" y="1408617"/>
            <a:ext cx="7412515" cy="544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2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BC34-928A-5602-05D7-264CAE37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6032-DF3F-5217-0FC7-F72EFB3F4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Subsidies can reduce costs, boost economies.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Could boost child tax credit or dependent care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fsa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limits.</a:t>
            </a:r>
          </a:p>
        </p:txBody>
      </p:sp>
    </p:spTree>
    <p:extLst>
      <p:ext uri="{BB962C8B-B14F-4D97-AF65-F5344CB8AC3E}">
        <p14:creationId xmlns:p14="http://schemas.microsoft.com/office/powerpoint/2010/main" val="408573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A7450-BBED-6DC0-FDD3-27C9E349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84CFB-541C-DC4A-8234-1EA462C4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Questions?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Contact Alex Spence for more information or to get involved.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is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nationaldatabaseofchildcareprices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798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1845</TotalTime>
  <Words>145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Tw Cen MT</vt:lpstr>
      <vt:lpstr>Circuit</vt:lpstr>
      <vt:lpstr>The Cost of Childcare: A Policy Crisis</vt:lpstr>
      <vt:lpstr>The Problem</vt:lpstr>
      <vt:lpstr>Economic Impact</vt:lpstr>
      <vt:lpstr>Regional Trends</vt:lpstr>
      <vt:lpstr>Call To Action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spence</dc:creator>
  <cp:lastModifiedBy>alex spence</cp:lastModifiedBy>
  <cp:revision>6</cp:revision>
  <dcterms:created xsi:type="dcterms:W3CDTF">2025-10-12T19:09:38Z</dcterms:created>
  <dcterms:modified xsi:type="dcterms:W3CDTF">2025-11-17T01:51:39Z</dcterms:modified>
</cp:coreProperties>
</file>